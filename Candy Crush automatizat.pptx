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62" r:id="rId5"/>
    <p:sldId id="263" r:id="rId6"/>
    <p:sldId id="264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 mediu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09BDD-9EC4-4419-9BAE-A6025F083FD2}" type="datetimeFigureOut">
              <a:rPr lang="ro-RO" smtClean="0"/>
              <a:t>09.11.2025</a:t>
            </a:fld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4F03-7BFE-455C-A1A8-B9AA947B45B3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392514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09BDD-9EC4-4419-9BAE-A6025F083FD2}" type="datetimeFigureOut">
              <a:rPr lang="ro-RO" smtClean="0"/>
              <a:t>09.11.2025</a:t>
            </a:fld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4F03-7BFE-455C-A1A8-B9AA947B45B3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99745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09BDD-9EC4-4419-9BAE-A6025F083FD2}" type="datetimeFigureOut">
              <a:rPr lang="ro-RO" smtClean="0"/>
              <a:t>09.11.2025</a:t>
            </a:fld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4F03-7BFE-455C-A1A8-B9AA947B45B3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786652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09BDD-9EC4-4419-9BAE-A6025F083FD2}" type="datetimeFigureOut">
              <a:rPr lang="ro-RO" smtClean="0"/>
              <a:t>09.11.2025</a:t>
            </a:fld>
            <a:endParaRPr lang="ro-RO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4F03-7BFE-455C-A1A8-B9AA947B45B3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42473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09BDD-9EC4-4419-9BAE-A6025F083FD2}" type="datetimeFigureOut">
              <a:rPr lang="ro-RO" smtClean="0"/>
              <a:t>09.11.2025</a:t>
            </a:fld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4F03-7BFE-455C-A1A8-B9AA947B45B3}" type="slidenum">
              <a:rPr lang="ro-RO" smtClean="0"/>
              <a:t>‹#›</a:t>
            </a:fld>
            <a:endParaRPr lang="ro-RO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120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09BDD-9EC4-4419-9BAE-A6025F083FD2}" type="datetimeFigureOut">
              <a:rPr lang="ro-RO" smtClean="0"/>
              <a:t>09.11.2025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4F03-7BFE-455C-A1A8-B9AA947B45B3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41304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09BDD-9EC4-4419-9BAE-A6025F083FD2}" type="datetimeFigureOut">
              <a:rPr lang="ro-RO" smtClean="0"/>
              <a:t>09.11.2025</a:t>
            </a:fld>
            <a:endParaRPr lang="ro-R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4F03-7BFE-455C-A1A8-B9AA947B45B3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43663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09BDD-9EC4-4419-9BAE-A6025F083FD2}" type="datetimeFigureOut">
              <a:rPr lang="ro-RO" smtClean="0"/>
              <a:t>09.11.2025</a:t>
            </a:fld>
            <a:endParaRPr lang="ro-RO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ro-RO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4F03-7BFE-455C-A1A8-B9AA947B45B3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52845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EC509BDD-9EC4-4419-9BAE-A6025F083FD2}" type="datetimeFigureOut">
              <a:rPr lang="ro-RO" smtClean="0"/>
              <a:t>09.11.2025</a:t>
            </a:fld>
            <a:endParaRPr lang="ro-RO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ro-RO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4F03-7BFE-455C-A1A8-B9AA947B45B3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29556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09BDD-9EC4-4419-9BAE-A6025F083FD2}" type="datetimeFigureOut">
              <a:rPr lang="ro-RO" smtClean="0"/>
              <a:t>09.11.2025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4F03-7BFE-455C-A1A8-B9AA947B45B3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2858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09BDD-9EC4-4419-9BAE-A6025F083FD2}" type="datetimeFigureOut">
              <a:rPr lang="ro-RO" smtClean="0"/>
              <a:t>09.11.2025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4F03-7BFE-455C-A1A8-B9AA947B45B3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85792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EC509BDD-9EC4-4419-9BAE-A6025F083FD2}" type="datetimeFigureOut">
              <a:rPr lang="ro-RO" smtClean="0"/>
              <a:t>09.11.2025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3F344F03-7BFE-455C-A1A8-B9AA947B45B3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42818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EE1917CD-AB42-0DD6-787C-037F8395AE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o-RO" dirty="0" err="1">
                <a:latin typeface="Cambria" panose="02040503050406030204" pitchFamily="18" charset="0"/>
                <a:ea typeface="Cambria" panose="02040503050406030204" pitchFamily="18" charset="0"/>
              </a:rPr>
              <a:t>Candy</a:t>
            </a:r>
            <a:r>
              <a:rPr lang="ro-RO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o-RO" dirty="0" err="1">
                <a:latin typeface="Cambria" panose="02040503050406030204" pitchFamily="18" charset="0"/>
                <a:ea typeface="Cambria" panose="02040503050406030204" pitchFamily="18" charset="0"/>
              </a:rPr>
              <a:t>Crush</a:t>
            </a:r>
            <a:r>
              <a:rPr lang="ro-RO" dirty="0">
                <a:latin typeface="Cambria" panose="02040503050406030204" pitchFamily="18" charset="0"/>
                <a:ea typeface="Cambria" panose="02040503050406030204" pitchFamily="18" charset="0"/>
              </a:rPr>
              <a:t> automatizat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03C71424-9651-ECF2-05F2-3CD2C55FD2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o-RO" dirty="0">
                <a:latin typeface="Cambria" panose="02040503050406030204" pitchFamily="18" charset="0"/>
                <a:ea typeface="Cambria" panose="02040503050406030204" pitchFamily="18" charset="0"/>
              </a:rPr>
              <a:t>Proiect realizat de Barbu Emanuel-Cristian</a:t>
            </a:r>
          </a:p>
        </p:txBody>
      </p:sp>
    </p:spTree>
    <p:extLst>
      <p:ext uri="{BB962C8B-B14F-4D97-AF65-F5344CB8AC3E}">
        <p14:creationId xmlns:p14="http://schemas.microsoft.com/office/powerpoint/2010/main" val="691129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0756559-1479-67FA-5468-E2F19FDE3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56131"/>
            <a:ext cx="5698787" cy="1188720"/>
          </a:xfrm>
        </p:spPr>
        <p:txBody>
          <a:bodyPr/>
          <a:lstStyle/>
          <a:p>
            <a:r>
              <a:rPr lang="ro-RO" dirty="0">
                <a:latin typeface="Cambria" panose="02040503050406030204" pitchFamily="18" charset="0"/>
                <a:ea typeface="Cambria" panose="02040503050406030204" pitchFamily="18" charset="0"/>
              </a:rPr>
              <a:t>Tehnologii utilizate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75496F42-CB6C-FD14-4424-AEE2F0B5D3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98787" cy="4351338"/>
          </a:xfrm>
        </p:spPr>
        <p:txBody>
          <a:bodyPr>
            <a:normAutofit lnSpcReduction="10000"/>
          </a:bodyPr>
          <a:lstStyle/>
          <a:p>
            <a:r>
              <a:rPr lang="ro-RO" sz="2400" dirty="0">
                <a:latin typeface="Cambria" panose="02040503050406030204" pitchFamily="18" charset="0"/>
                <a:ea typeface="Cambria" panose="02040503050406030204" pitchFamily="18" charset="0"/>
              </a:rPr>
              <a:t>Proiectul este realizat în c++, folosind ca IDE </a:t>
            </a:r>
            <a:r>
              <a:rPr lang="ro-RO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CLion</a:t>
            </a:r>
            <a:r>
              <a:rPr lang="ro-RO" sz="2400" dirty="0">
                <a:latin typeface="Cambria" panose="02040503050406030204" pitchFamily="18" charset="0"/>
                <a:ea typeface="Cambria" panose="02040503050406030204" pitchFamily="18" charset="0"/>
              </a:rPr>
              <a:t> pentru a permite POO(Programarea Orientată pe Obiect).</a:t>
            </a:r>
          </a:p>
          <a:p>
            <a:r>
              <a:rPr lang="ro-RO" sz="2400" dirty="0">
                <a:latin typeface="Cambria" panose="02040503050406030204" pitchFamily="18" charset="0"/>
                <a:ea typeface="Cambria" panose="02040503050406030204" pitchFamily="18" charset="0"/>
              </a:rPr>
              <a:t>Proiectul conține multiple fișiere .h(</a:t>
            </a:r>
            <a:r>
              <a:rPr lang="ro-RO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headere</a:t>
            </a:r>
            <a:r>
              <a:rPr lang="ro-RO" sz="2400" dirty="0">
                <a:latin typeface="Cambria" panose="02040503050406030204" pitchFamily="18" charset="0"/>
                <a:ea typeface="Cambria" panose="02040503050406030204" pitchFamily="18" charset="0"/>
              </a:rPr>
              <a:t>) și .</a:t>
            </a:r>
            <a:r>
              <a:rPr lang="ro-RO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cpp</a:t>
            </a:r>
            <a:r>
              <a:rPr lang="ro-RO" sz="2400" dirty="0">
                <a:latin typeface="Cambria" panose="02040503050406030204" pitchFamily="18" charset="0"/>
                <a:ea typeface="Cambria" panose="02040503050406030204" pitchFamily="18" charset="0"/>
              </a:rPr>
              <a:t>(definiții), permițându-se astfel o programare modulară, fiecare componentă a codului sursă putând fi ușor găsită și modificată.</a:t>
            </a:r>
          </a:p>
          <a:p>
            <a:r>
              <a:rPr lang="ro-RO" sz="2400" dirty="0">
                <a:latin typeface="Cambria" panose="02040503050406030204" pitchFamily="18" charset="0"/>
                <a:ea typeface="Cambria" panose="02040503050406030204" pitchFamily="18" charset="0"/>
              </a:rPr>
              <a:t>Se folosesc clase și caracteristici specifice acestora, precum clase prietene sau reutilizarea acestora în interiorul altor clase.</a:t>
            </a:r>
          </a:p>
          <a:p>
            <a:endParaRPr lang="ro-RO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347B59CF-050E-1DE2-C4FA-182AEBF77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6494" y="793984"/>
            <a:ext cx="4317306" cy="5270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014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FB367C5-505B-AE01-1490-DAB3EDFC5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Cambria" panose="02040503050406030204" pitchFamily="18" charset="0"/>
                <a:ea typeface="Cambria" panose="02040503050406030204" pitchFamily="18" charset="0"/>
              </a:rPr>
              <a:t>Modelarea jocului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282F23A8-159F-E204-0E80-6A4572FE0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026" y="2638044"/>
            <a:ext cx="10797702" cy="3908671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ro-RO" sz="2400" dirty="0">
                <a:latin typeface="Cambria" panose="02040503050406030204" pitchFamily="18" charset="0"/>
                <a:ea typeface="Cambria" panose="02040503050406030204" pitchFamily="18" charset="0"/>
              </a:rPr>
              <a:t>Are loc generarea matricei</a:t>
            </a:r>
          </a:p>
          <a:p>
            <a:pPr marL="514350" indent="-514350">
              <a:buFont typeface="+mj-lt"/>
              <a:buAutoNum type="arabicPeriod"/>
            </a:pPr>
            <a:r>
              <a:rPr lang="ro-RO" sz="2400" dirty="0">
                <a:latin typeface="Cambria" panose="02040503050406030204" pitchFamily="18" charset="0"/>
                <a:ea typeface="Cambria" panose="02040503050406030204" pitchFamily="18" charset="0"/>
              </a:rPr>
              <a:t>Parcurgerea inițială a matricei</a:t>
            </a:r>
          </a:p>
          <a:p>
            <a:pPr marL="971550" lvl="1" indent="-514350">
              <a:buFont typeface="+mj-lt"/>
              <a:buAutoNum type="alphaLcParenR"/>
            </a:pPr>
            <a:r>
              <a:rPr lang="ro-RO" sz="2000" dirty="0">
                <a:latin typeface="Cambria" panose="02040503050406030204" pitchFamily="18" charset="0"/>
                <a:ea typeface="Cambria" panose="02040503050406030204" pitchFamily="18" charset="0"/>
              </a:rPr>
              <a:t>Se găsesc liniile orizontale, verticale, iar apoi formele T și L</a:t>
            </a:r>
          </a:p>
          <a:p>
            <a:pPr marL="971550" lvl="1" indent="-514350">
              <a:buFont typeface="+mj-lt"/>
              <a:buAutoNum type="alphaLcParenR"/>
            </a:pPr>
            <a:r>
              <a:rPr lang="ro-RO" sz="2000" dirty="0">
                <a:latin typeface="Cambria" panose="02040503050406030204" pitchFamily="18" charset="0"/>
                <a:ea typeface="Cambria" panose="02040503050406030204" pitchFamily="18" charset="0"/>
              </a:rPr>
              <a:t>Liniile și formațiunile se elimină și se adaugă punctajele respective</a:t>
            </a:r>
          </a:p>
          <a:p>
            <a:pPr marL="971550" lvl="1" indent="-514350">
              <a:buFont typeface="+mj-lt"/>
              <a:buAutoNum type="alphaLcParenR"/>
            </a:pPr>
            <a:r>
              <a:rPr lang="ro-RO" sz="2000" dirty="0">
                <a:latin typeface="Cambria" panose="02040503050406030204" pitchFamily="18" charset="0"/>
                <a:ea typeface="Cambria" panose="02040503050406030204" pitchFamily="18" charset="0"/>
              </a:rPr>
              <a:t>Matricea se reumple</a:t>
            </a:r>
          </a:p>
          <a:p>
            <a:pPr marL="514350" indent="-514350">
              <a:buFont typeface="+mj-lt"/>
              <a:buAutoNum type="arabicPeriod"/>
            </a:pPr>
            <a:r>
              <a:rPr lang="ro-RO" sz="2400" dirty="0">
                <a:latin typeface="Cambria" panose="02040503050406030204" pitchFamily="18" charset="0"/>
                <a:ea typeface="Cambria" panose="02040503050406030204" pitchFamily="18" charset="0"/>
              </a:rPr>
              <a:t>Dacă nu găsim linii căutăm mutări posibile</a:t>
            </a:r>
          </a:p>
          <a:p>
            <a:pPr marL="514350" indent="-514350">
              <a:buFont typeface="+mj-lt"/>
              <a:buAutoNum type="arabicPeriod"/>
            </a:pPr>
            <a:r>
              <a:rPr lang="ro-RO" sz="2400" dirty="0">
                <a:latin typeface="Cambria" panose="02040503050406030204" pitchFamily="18" charset="0"/>
                <a:ea typeface="Cambria" panose="02040503050406030204" pitchFamily="18" charset="0"/>
              </a:rPr>
              <a:t>Dacă găsim se repetă pașii anteriori, dacă nu sunt mutări posibile jocul se încheie</a:t>
            </a:r>
          </a:p>
          <a:p>
            <a:pPr marL="457200" lvl="1" indent="0">
              <a:buNone/>
            </a:pPr>
            <a:endParaRPr lang="ro-RO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8420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BDA75E9-C1CE-876B-4174-F2218EB8A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FEE78DD3-D211-5EB1-CB5A-211E27EAEA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o-RO"/>
          </a:p>
        </p:txBody>
      </p:sp>
      <p:pic>
        <p:nvPicPr>
          <p:cNvPr id="9" name="Imagine 8">
            <a:extLst>
              <a:ext uri="{FF2B5EF4-FFF2-40B4-BE49-F238E27FC236}">
                <a16:creationId xmlns:a16="http://schemas.microsoft.com/office/drawing/2014/main" id="{60B7A321-FFE9-81D6-DC32-3D84B8538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8140"/>
            <a:ext cx="12192000" cy="6876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208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588877A8-C167-9315-5651-C3D478D0C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20676398-5450-E595-20AC-0B868B3F6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o-RO"/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4A2F7F75-DC64-E3B8-4B63-77C8039C8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183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E4DA12B-CA3B-7F9E-A6BF-B72AA36D3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5A4147BA-32C9-C725-2975-2069CBA0D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o-RO"/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1AC72610-F991-4F01-96E6-4458C9E87D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130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BD82CBB4-30C2-78B2-AB93-60FABA9CD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</p:spPr>
        <p:txBody>
          <a:bodyPr/>
          <a:lstStyle/>
          <a:p>
            <a:r>
              <a:rPr lang="ro-RO" dirty="0">
                <a:latin typeface="Cambria" panose="02040503050406030204" pitchFamily="18" charset="0"/>
                <a:ea typeface="Cambria" panose="02040503050406030204" pitchFamily="18" charset="0"/>
              </a:rPr>
              <a:t>Strategia de joc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A9087065-9BF1-E0C9-77EA-60CF25701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144" y="2599134"/>
            <a:ext cx="11011711" cy="3869760"/>
          </a:xfrm>
        </p:spPr>
        <p:txBody>
          <a:bodyPr>
            <a:normAutofit lnSpcReduction="10000"/>
          </a:bodyPr>
          <a:lstStyle/>
          <a:p>
            <a:r>
              <a:rPr lang="ro-RO" sz="2400" dirty="0">
                <a:latin typeface="Cambria" panose="02040503050406030204" pitchFamily="18" charset="0"/>
                <a:ea typeface="Cambria" panose="02040503050406030204" pitchFamily="18" charset="0"/>
              </a:rPr>
              <a:t>Se folosește structura </a:t>
            </a:r>
            <a:r>
              <a:rPr lang="ro-RO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SwapCanditat</a:t>
            </a:r>
            <a:r>
              <a:rPr lang="ro-RO" sz="2400" dirty="0">
                <a:latin typeface="Cambria" panose="02040503050406030204" pitchFamily="18" charset="0"/>
                <a:ea typeface="Cambria" panose="02040503050406030204" pitchFamily="18" charset="0"/>
              </a:rPr>
              <a:t> care memorează cea mai bună mutare:</a:t>
            </a:r>
          </a:p>
          <a:p>
            <a:pPr marL="457200" indent="-457200">
              <a:buFont typeface="+mj-lt"/>
              <a:buAutoNum type="arabicPeriod"/>
            </a:pPr>
            <a:r>
              <a:rPr lang="ro-RO" sz="2400" dirty="0">
                <a:latin typeface="Cambria" panose="02040503050406030204" pitchFamily="18" charset="0"/>
                <a:ea typeface="Cambria" panose="02040503050406030204" pitchFamily="18" charset="0"/>
              </a:rPr>
              <a:t>Scorul potențial =) mutarea respectivă și eventualele mutări care rezultă din acea mutare</a:t>
            </a:r>
          </a:p>
          <a:p>
            <a:pPr marL="457200" indent="-457200">
              <a:buFont typeface="+mj-lt"/>
              <a:buAutoNum type="arabicPeriod"/>
            </a:pPr>
            <a:r>
              <a:rPr lang="ro-RO" sz="2400" dirty="0">
                <a:latin typeface="Cambria" panose="02040503050406030204" pitchFamily="18" charset="0"/>
                <a:ea typeface="Cambria" panose="02040503050406030204" pitchFamily="18" charset="0"/>
              </a:rPr>
              <a:t>Numărul de formațiuni generate</a:t>
            </a:r>
          </a:p>
          <a:p>
            <a:pPr marL="457200" indent="-457200">
              <a:buFont typeface="+mj-lt"/>
              <a:buAutoNum type="arabicPeriod"/>
            </a:pPr>
            <a:r>
              <a:rPr lang="ro-RO" sz="2400" dirty="0">
                <a:latin typeface="Cambria" panose="02040503050406030204" pitchFamily="18" charset="0"/>
                <a:ea typeface="Cambria" panose="02040503050406030204" pitchFamily="18" charset="0"/>
              </a:rPr>
              <a:t>Densitatea celulelor(câte celule de o anumită culoare sunt într-o zonă)</a:t>
            </a:r>
          </a:p>
          <a:p>
            <a:r>
              <a:rPr lang="ro-RO" sz="2400" dirty="0">
                <a:latin typeface="Cambria" panose="02040503050406030204" pitchFamily="18" charset="0"/>
                <a:ea typeface="Cambria" panose="02040503050406030204" pitchFamily="18" charset="0"/>
              </a:rPr>
              <a:t>Parcurg matricea de jos în sus pentru a maximiza mutările, caut linii și forme generate ca rezultat al unei mutări, salvez și densitatea și apoi sortez elementele din vectorul </a:t>
            </a:r>
            <a:r>
              <a:rPr lang="ro-RO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SwapCanditati</a:t>
            </a:r>
            <a:r>
              <a:rPr lang="ro-RO" sz="2400" dirty="0">
                <a:latin typeface="Cambria" panose="02040503050406030204" pitchFamily="18" charset="0"/>
                <a:ea typeface="Cambria" panose="02040503050406030204" pitchFamily="18" charset="0"/>
              </a:rPr>
              <a:t> pentru a alege cel mai bun </a:t>
            </a:r>
            <a:r>
              <a:rPr lang="ro-RO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canditat</a:t>
            </a:r>
            <a:endParaRPr lang="ro-RO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ro-RO" sz="2400" dirty="0">
                <a:latin typeface="Cambria" panose="02040503050406030204" pitchFamily="18" charset="0"/>
                <a:ea typeface="Cambria" panose="02040503050406030204" pitchFamily="18" charset="0"/>
              </a:rPr>
              <a:t>Astfel, se obțin în medie 10 030 de puncte și 195 de mutări pentru 100 de jocuri.</a:t>
            </a:r>
          </a:p>
          <a:p>
            <a:endParaRPr lang="ro-RO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0230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F3F7339E-5970-0DB7-F803-29782FD63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DCA588CF-8620-ADC4-CAB1-2E337754B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o-RO"/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B4DEDD3D-4851-A52E-5E0A-42ABE0781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71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DC1B91E-1809-5AF5-BBE4-AAD11BEEC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Cambria" panose="02040503050406030204" pitchFamily="18" charset="0"/>
                <a:ea typeface="Cambria" panose="02040503050406030204" pitchFamily="18" charset="0"/>
              </a:rPr>
              <a:t>Limitări și direcții viitoare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C8E25136-9DC9-50F6-F7CB-278AA7BA7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7123" y="2638044"/>
            <a:ext cx="10603149" cy="3101983"/>
          </a:xfrm>
        </p:spPr>
        <p:txBody>
          <a:bodyPr>
            <a:normAutofit/>
          </a:bodyPr>
          <a:lstStyle/>
          <a:p>
            <a:r>
              <a:rPr lang="ro-RO" sz="2400" dirty="0">
                <a:latin typeface="Cambria" panose="02040503050406030204" pitchFamily="18" charset="0"/>
                <a:ea typeface="Cambria" panose="02040503050406030204" pitchFamily="18" charset="0"/>
              </a:rPr>
              <a:t>Se poate implementa un algoritm mai eficient de găsire a mutărilor, astfel ca la fiecare iterație să fie făcuți mai mulți pași în viitor pentru a minimiza mutările și maximiza rezultatele.</a:t>
            </a:r>
          </a:p>
          <a:p>
            <a:r>
              <a:rPr lang="ro-RO" sz="2400" dirty="0">
                <a:latin typeface="Cambria" panose="02040503050406030204" pitchFamily="18" charset="0"/>
                <a:ea typeface="Cambria" panose="02040503050406030204" pitchFamily="18" charset="0"/>
              </a:rPr>
              <a:t>Se poate introduce învățarea automată pentru alegerea celei mai bune mutări</a:t>
            </a:r>
          </a:p>
        </p:txBody>
      </p:sp>
    </p:spTree>
    <p:extLst>
      <p:ext uri="{BB962C8B-B14F-4D97-AF65-F5344CB8AC3E}">
        <p14:creationId xmlns:p14="http://schemas.microsoft.com/office/powerpoint/2010/main" val="76911934"/>
      </p:ext>
    </p:extLst>
  </p:cSld>
  <p:clrMapOvr>
    <a:masterClrMapping/>
  </p:clrMapOvr>
</p:sld>
</file>

<file path=ppt/theme/theme1.xml><?xml version="1.0" encoding="utf-8"?>
<a:theme xmlns:a="http://schemas.openxmlformats.org/drawingml/2006/main" name="Colet">
  <a:themeElements>
    <a:clrScheme name="Colet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Cole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olet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TM10001115[[fn=Colet]]</Template>
  <TotalTime>23</TotalTime>
  <Words>290</Words>
  <Application>Microsoft Office PowerPoint</Application>
  <PresentationFormat>Ecran lat</PresentationFormat>
  <Paragraphs>24</Paragraphs>
  <Slides>9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3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9</vt:i4>
      </vt:variant>
    </vt:vector>
  </HeadingPairs>
  <TitlesOfParts>
    <vt:vector size="13" baseType="lpstr">
      <vt:lpstr>Arial</vt:lpstr>
      <vt:lpstr>Cambria</vt:lpstr>
      <vt:lpstr>Gill Sans MT</vt:lpstr>
      <vt:lpstr>Colet</vt:lpstr>
      <vt:lpstr>Candy Crush automatizat</vt:lpstr>
      <vt:lpstr>Tehnologii utilizate</vt:lpstr>
      <vt:lpstr>Modelarea jocului</vt:lpstr>
      <vt:lpstr>Prezentare PowerPoint</vt:lpstr>
      <vt:lpstr>Prezentare PowerPoint</vt:lpstr>
      <vt:lpstr>Prezentare PowerPoint</vt:lpstr>
      <vt:lpstr>Strategia de joc</vt:lpstr>
      <vt:lpstr>Prezentare PowerPoint</vt:lpstr>
      <vt:lpstr>Limitări și direcții viitoare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barbu lucian</dc:creator>
  <cp:lastModifiedBy>barbu lucian</cp:lastModifiedBy>
  <cp:revision>1</cp:revision>
  <dcterms:created xsi:type="dcterms:W3CDTF">2025-11-09T20:02:50Z</dcterms:created>
  <dcterms:modified xsi:type="dcterms:W3CDTF">2025-11-09T20:26:44Z</dcterms:modified>
</cp:coreProperties>
</file>